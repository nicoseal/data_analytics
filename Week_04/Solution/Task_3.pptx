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2F1960-F8D2-FEED-25F8-67D8A35C94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C16186-E3FB-9ACC-0347-3BE7B8E96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97B9C-BB8B-69EA-D55D-8CD6918AC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A94B6-5DF5-0E50-5039-BDBB404CD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1A7E04-4F09-6367-F737-CD70772B4E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04328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1AE444-6AAD-ECA2-F657-C88212BEE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68599-490A-6F0E-13D0-A9826753A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247BB6-AC29-CCCB-24CD-8FD12FCC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BD97F3-905B-608D-4D77-3B6DF93B3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B6D980-279B-F3E3-04D8-477FDE46E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92518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55EFF-808D-8203-2FFD-E75884A1C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B9F51-3D5D-163D-6423-E6FF0A1313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45817-4AC7-F97E-29AE-313F43D1F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E13EE1-12C0-58BF-07AA-8B981368F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EB6FA6-7F0A-A1B8-6C9E-CCD419B98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327799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E6AD4-0728-2B4C-4FBE-022557E09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A985A9-EC77-1F6B-8EB9-2B9D8880AB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82F4A6-2AF1-577E-2F47-79B750B00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E1D557-7D18-35FF-FFA0-15C5E8822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9F68B5-D846-0306-A937-FF4BF1DA3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D6CEB0-A6F7-2857-2BBC-2D4AA0B67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209165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C168B-B1DC-F59A-0EF2-AB1FD5E8D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B518A5-A719-800B-E133-52889C2C1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15F37-2621-F0A2-828E-F38E74D61B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AB35B3-CAD6-2CC9-2A33-A064FD9505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9756EC-5133-AF91-028B-54266306E2B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453D6B-8133-176C-8CD2-24B0797ED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16C6D4-FD37-013E-498B-19C39E96D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7EB9B-73D8-A1B5-983B-CA6BA1758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03659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66921-859E-6280-9200-1D2D7DD7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757661-9BEF-7A26-47F9-1D4033EE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71093A-206D-C87D-C3B6-00C713940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3C4376-47DD-A54B-543C-6073A42AD5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734445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37EE478-618A-C8AB-B00F-C7B98EAB6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CB53BC-9A95-2F75-D142-A122F7279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78A74A-5BFA-6F4B-17DF-CBD13CDD6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6162781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72EF3D-DA03-CDD4-DB5B-0FAAA09D2E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BFA60-520E-5448-7A3D-B12827B14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4CE0E9-9ADE-5D17-9AF3-5C60F16CD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D4036A-66DE-4B9C-2617-9DCB6FE8C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376193-7B25-2771-D21B-7CBDC5BDB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261EBA-AC13-45CB-ADC3-4616B8E9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65200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9F31F-774D-7E08-2BE2-C8BE462E9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C1486A-5209-39B4-71F8-613C73E36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F22C7A-C58D-A3B6-C5F3-F1835E645E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75A86-9827-6545-F31E-6951575FB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F01BC1-49FD-CC7F-5BA6-1A549363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55339-D2B1-C7E2-C442-80AF937E6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933635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002B-A8C0-6363-1C7A-9596C1957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F3A5B-E35A-CF23-102B-E80D75A3B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423A-9CDA-241C-E5D5-F5A5931FE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61039-5A29-1E37-CA7C-BCCEDF69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A8E9C5-B477-4625-7C1E-D9A4485AE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23588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7F9329-AF1C-1A66-95D9-556D54B8E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08D83C-A906-385B-86A5-4EEF1CDC9E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558340-958B-98BC-84C4-566109D8B7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DC9072-277D-0C03-4FA8-B82F11D41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DBCB6-2352-F0F3-0A96-773A7A61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53766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E063B7-102D-8A7C-AAE5-68559C0225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B8B478-74DB-7500-B3FF-7E6815583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A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BD28C3-2724-17BC-BDCC-E312B1FF45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F037AE-738B-4FD2-8D70-26CB60C982C8}" type="datetimeFigureOut">
              <a:rPr lang="es-AR" smtClean="0"/>
              <a:t>8/11/2025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6FB73-29DB-D207-9C34-65F2B13C62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D7738-AB08-EEF6-697E-8A3E81DB02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1A5638A-9849-46E1-B8DF-9F773ED4F187}" type="slidenum">
              <a:rPr lang="es-AR" smtClean="0"/>
              <a:t>‹#›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201715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935C4-7308-F6D2-3F85-AD12944901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Statistics / Graphics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933F9F-7BC4-9C4E-D406-D537B35A62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For rural and city apartments distribution</a:t>
            </a:r>
          </a:p>
        </p:txBody>
      </p:sp>
    </p:spTree>
    <p:extLst>
      <p:ext uri="{BB962C8B-B14F-4D97-AF65-F5344CB8AC3E}">
        <p14:creationId xmlns:p14="http://schemas.microsoft.com/office/powerpoint/2010/main" val="3228532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9F1C15-95D2-C249-7018-E4E2BD1E6F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 statistics of numeric variables</a:t>
            </a:r>
            <a:endParaRPr lang="es-A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956F8F-9952-6050-5D6B-067052B7E62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AR" dirty="0"/>
              <a:t>Rural: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7F09B0-F920-ED59-DAC2-6A6C2DFEC38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AR" dirty="0"/>
              <a:t>City: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F040BD3-F143-1B5A-039C-0D0D609AEB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60813"/>
            <a:ext cx="5923182" cy="141534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1D69F9-E92E-B2E5-3FBC-B7D4E60E40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960813"/>
            <a:ext cx="6066361" cy="1415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6752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FB88E1-B2F7-3890-9852-02620D8E2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ED702-A1E5-F737-BDE7-9EED58798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Boxplots of prices per m2</a:t>
            </a:r>
            <a:endParaRPr lang="es-A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BD700F-912C-B81B-970C-59C5119643B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AR" dirty="0"/>
              <a:t>Rural: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54B3E6-B360-FCD7-6B16-3154C1EF2CF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AR" dirty="0"/>
              <a:t>City:</a:t>
            </a:r>
          </a:p>
        </p:txBody>
      </p:sp>
      <p:pic>
        <p:nvPicPr>
          <p:cNvPr id="2050" name="Picture 2" descr="No description has been provided for this image">
            <a:extLst>
              <a:ext uri="{FF2B5EF4-FFF2-40B4-BE49-F238E27FC236}">
                <a16:creationId xmlns:a16="http://schemas.microsoft.com/office/drawing/2014/main" id="{F8A8159A-ED6A-B423-1B24-681F3B1D8E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16150"/>
            <a:ext cx="4905375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 description has been provided for this image">
            <a:extLst>
              <a:ext uri="{FF2B5EF4-FFF2-40B4-BE49-F238E27FC236}">
                <a16:creationId xmlns:a16="http://schemas.microsoft.com/office/drawing/2014/main" id="{2BE7BEAE-4504-5665-A878-A2BDBB990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200" y="2216149"/>
            <a:ext cx="4905375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54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6D60-7AD5-D63D-4231-4F4EDEA5D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F900A-0B88-FCC1-F566-B2F65992A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err="1"/>
              <a:t>Boxplots</a:t>
            </a:r>
            <a:r>
              <a:rPr lang="es-AR" dirty="0"/>
              <a:t> </a:t>
            </a:r>
            <a:r>
              <a:rPr lang="es-AR" dirty="0" err="1"/>
              <a:t>of</a:t>
            </a:r>
            <a:r>
              <a:rPr lang="es-AR" dirty="0"/>
              <a:t> </a:t>
            </a:r>
            <a:r>
              <a:rPr lang="es-AR" dirty="0" err="1"/>
              <a:t>areas</a:t>
            </a:r>
            <a:endParaRPr lang="es-A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4C55E-78DD-9536-9116-F51367E368A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AR" dirty="0"/>
              <a:t>Rural: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7D5E83-E9C3-3CB3-2813-57EC97ED858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AR" dirty="0"/>
              <a:t>City:</a:t>
            </a:r>
          </a:p>
        </p:txBody>
      </p:sp>
      <p:pic>
        <p:nvPicPr>
          <p:cNvPr id="1026" name="Picture 2" descr="No description has been provided for this image">
            <a:extLst>
              <a:ext uri="{FF2B5EF4-FFF2-40B4-BE49-F238E27FC236}">
                <a16:creationId xmlns:a16="http://schemas.microsoft.com/office/drawing/2014/main" id="{77DB873E-5202-49AD-86C7-EA533BD64F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16148"/>
            <a:ext cx="4914900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o description has been provided for this image">
            <a:extLst>
              <a:ext uri="{FF2B5EF4-FFF2-40B4-BE49-F238E27FC236}">
                <a16:creationId xmlns:a16="http://schemas.microsoft.com/office/drawing/2014/main" id="{BD0D1C0B-812D-65B0-6D54-32560CDD7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216149"/>
            <a:ext cx="4905375" cy="4276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800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BE75B-50B6-F013-91F5-FB2238E32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599FC1-DEF1-0AA8-9393-9E0C95EF6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Histograms of prices per m2</a:t>
            </a:r>
            <a:endParaRPr lang="es-A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48B23D-82D0-EBC2-5E38-B53D1E2921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AR" dirty="0"/>
              <a:t>Rural: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F4E7D37-2A57-F8D1-9478-7325A9E56BD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AR" dirty="0"/>
              <a:t>City:</a:t>
            </a:r>
          </a:p>
        </p:txBody>
      </p:sp>
      <p:pic>
        <p:nvPicPr>
          <p:cNvPr id="3074" name="Picture 2" descr="No description has been provided for this image">
            <a:extLst>
              <a:ext uri="{FF2B5EF4-FFF2-40B4-BE49-F238E27FC236}">
                <a16:creationId xmlns:a16="http://schemas.microsoft.com/office/drawing/2014/main" id="{2E389E34-644C-81F1-2737-95A25E0A45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025" y="2416175"/>
            <a:ext cx="5895975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No description has been provided for this image">
            <a:extLst>
              <a:ext uri="{FF2B5EF4-FFF2-40B4-BE49-F238E27FC236}">
                <a16:creationId xmlns:a16="http://schemas.microsoft.com/office/drawing/2014/main" id="{7F69CA07-4DDF-9501-756E-64AE3A13A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416174"/>
            <a:ext cx="5895975" cy="3895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605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BE87F-D0D9-793F-7A0D-2167E793E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EB475-787A-309F-C1E8-EC6A87E04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AR" dirty="0" err="1"/>
              <a:t>Histograms</a:t>
            </a:r>
            <a:r>
              <a:rPr lang="es-AR" dirty="0"/>
              <a:t> </a:t>
            </a:r>
            <a:r>
              <a:rPr lang="es-AR" dirty="0" err="1"/>
              <a:t>of</a:t>
            </a:r>
            <a:r>
              <a:rPr lang="es-AR" dirty="0"/>
              <a:t> </a:t>
            </a:r>
            <a:r>
              <a:rPr lang="es-AR" dirty="0" err="1"/>
              <a:t>areas</a:t>
            </a:r>
            <a:endParaRPr lang="es-AR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E29B6D-6F36-42F5-8D0C-59048CEC909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AR" dirty="0"/>
              <a:t>Rural: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5DF9192-F342-E365-9E50-26E5D3F978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AR" dirty="0"/>
              <a:t>City:</a:t>
            </a:r>
          </a:p>
        </p:txBody>
      </p:sp>
      <p:pic>
        <p:nvPicPr>
          <p:cNvPr id="4098" name="Picture 2" descr="No description has been provided for this image">
            <a:extLst>
              <a:ext uri="{FF2B5EF4-FFF2-40B4-BE49-F238E27FC236}">
                <a16:creationId xmlns:a16="http://schemas.microsoft.com/office/drawing/2014/main" id="{28F09A7F-57F4-5AA9-E1CB-94C67BF2D5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" y="2444750"/>
            <a:ext cx="5905500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No description has been provided for this image">
            <a:extLst>
              <a:ext uri="{FF2B5EF4-FFF2-40B4-BE49-F238E27FC236}">
                <a16:creationId xmlns:a16="http://schemas.microsoft.com/office/drawing/2014/main" id="{00CE6A8D-1E84-AAB6-19A1-A48C53837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2444750"/>
            <a:ext cx="5743575" cy="3867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5459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50</Words>
  <Application>Microsoft Office PowerPoint</Application>
  <PresentationFormat>Widescreen</PresentationFormat>
  <Paragraphs>17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Statistics / Graphics</vt:lpstr>
      <vt:lpstr>Summary statistics of numeric variables</vt:lpstr>
      <vt:lpstr>Boxplots of prices per m2</vt:lpstr>
      <vt:lpstr>Boxplots of areas</vt:lpstr>
      <vt:lpstr>Histograms of prices per m2</vt:lpstr>
      <vt:lpstr>Histograms of areas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Nicolas Ventieri</dc:creator>
  <cp:lastModifiedBy>Nicolas Ventieri</cp:lastModifiedBy>
  <cp:revision>1</cp:revision>
  <dcterms:created xsi:type="dcterms:W3CDTF">2025-11-08T16:09:59Z</dcterms:created>
  <dcterms:modified xsi:type="dcterms:W3CDTF">2025-11-08T16:19:36Z</dcterms:modified>
</cp:coreProperties>
</file>